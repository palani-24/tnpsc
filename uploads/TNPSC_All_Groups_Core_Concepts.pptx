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TNPSC Master Concept PPT Revision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High-Yield Topics for Group 1, Group 2, Group 4 &amp; HR&amp;CE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</a:rPr>
              <a:t>Unit 8: Key Sangam Era Discoveries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Keezhadi (Sivagangai) - Urban Sangam Settlement (6th Century BCE)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Kodumanal (Erode) - Bead Making Industry &amp; Tamil-Brahmi script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Adichanallur (Thoothukudi) - Iron Age Urn Burials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2026-08-16T15:37:46Z</dcterms:created>
  <dcterms:modified xsi:type="dcterms:W3CDTF">2026-08-16T15:37:46Z</dcterms:modified>
</cp:coreProperties>
</file>