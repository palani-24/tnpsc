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TNPSC Group 2 &amp; 2A Concept &amp; Strategy Presentation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292608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8BDF8"/>
                </a:solidFill>
              </a:rPr>
              <a:t>Sub-Registrar, Municipal Commissioner &amp; RI Preparation PPT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45720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TNPSC Path Official Revision Presentation Slides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Group 2 &amp; 2A Cadre Strategy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334155"/>
                </a:solidFill>
              </a:rPr>
              <a:t>•  Prelims Target: 165+ out of 200 Questions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334155"/>
                </a:solidFill>
              </a:rPr>
              <a:t>•  Focus Areas: General Tamil (95+) + Aptitude (23+) + Unit 8 (15+)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2026-08-16T07:19:03Z</dcterms:created>
  <dcterms:modified xsi:type="dcterms:W3CDTF">2026-08-16T07:19:03Z</dcterms:modified>
</cp:coreProperties>
</file>