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TNPSC Group 1 Civil Services Concept Revision Slides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Prelims &amp; Mains Strategy, Unit 8 Mind Maps &amp; Polity Charts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TNPSC Path Official Revision Presentation Slides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</a:rPr>
              <a:t>Group 1 Exam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Stage 1: Prelims (300 Marks - 200 Qs)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Stage 2: Mains Descriptive (750 Marks)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334155"/>
                </a:solidFill>
              </a:rPr>
              <a:t>•  Stage 3: Oral Test / Interview (100 Marks)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2026-08-16T07:19:03Z</dcterms:created>
  <dcterms:modified xsi:type="dcterms:W3CDTF">2026-08-16T07:19:03Z</dcterms:modified>
</cp:coreProperties>
</file>