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TNPSC All 8 Exam Groups — Core Concept Revision PPT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Master Mind Maps, Unit 8/9 Summaries &amp; Speed Math Formulas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TNPSC Path Official Revision Presentation Slides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Group 4 Code 496 — Official 2024 Gazette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Part A: General Studies (75 Qs) — Science, Geography, History, Indian Polity, Economy, Unit 8, Unit 9.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Part B: Aptitude &amp; Mental Ability (25 Qs) — 15 Math Aptitude + 10 Logical Reasoning.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Part C: General Tamil (100 Qs) — 6th to 10th Samacheer Kalvi (இலக்கணம், இலக்கியம், தமிழ் சான்றோர்கள்).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Unit 8: Tamil Society, Culture &amp; Thirukkural Mind 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Archaeological Discoveries: Keezhadi (கீழடி), Adichanallur (ஆதிச்சநல்லூர்), Kodumanal (கொடுமணல்).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Sangam Literature: Pathupattu (பத்துப்பாட்டு) &amp; Ettuthogai (எட்டுத்தொகை).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Thirukkural Core Themes: Secular literature, universal values, humanism, socio-political relevance.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Unit 9: Development Administration in Tamil Nadu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Human Development Indicators (HDI) ranking of Tamil Nadu.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State Social Welfare Schemes: Pudhumai Penn, Tamil Pudhalvan, Chief Minister Morning Meal Scheme.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E-Governance Initiatives: TNeGA, e-Sevai centres, SMART Governance.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Aptitude &amp; Mental Ability Quick Formulas (25 Qs)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Simple Interest: SI = (P × R × T) / 100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Compound Interest Amount: A = P(1 + R/100)^n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Speed Math Rule: Product of two numbers = HCF × LCM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2026-08-16T07:19:03Z</dcterms:created>
  <dcterms:modified xsi:type="dcterms:W3CDTF">2026-08-16T07:19:03Z</dcterms:modified>
</cp:coreProperties>
</file>