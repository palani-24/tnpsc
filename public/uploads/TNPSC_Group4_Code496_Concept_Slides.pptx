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TNPSC Group 4 &amp; VAO (Code 496) High-Yield Concept PPT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8BDF8"/>
                </a:solidFill>
              </a:rPr>
              <a:t>Specialized Revision Slides for 2024 Gazette Notification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45720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TNPSC Path Official Revision Presentation Slides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General Tamil 100 Qs Strategy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•  Grammar (இலக்கணம் 25 Qs): சந்திப்பிழை, பிரித்து/சேர்த்து எழுதுதல், வேர்ச்சொல்.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•  Vocabulary (சொல்லகராதி 15 Qs): எதிர்ச்சொல், மரூஉச் சொற்கள், கலைச் சொற்கள்.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•  Literature &amp; Scholars (இலக்கியம் 45 Qs): திருக்குறள் 20 அதிகாரங்கள், உ.வே.சா, பாரதியார், பாரதிதாசன்.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2026-08-16T07:19:03Z</dcterms:created>
  <dcterms:modified xsi:type="dcterms:W3CDTF">2026-08-16T07:19:03Z</dcterms:modified>
</cp:coreProperties>
</file>